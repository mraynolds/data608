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3" r:id="rId6"/>
    <p:sldId id="264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749"/>
    <p:restoredTop sz="94691"/>
  </p:normalViewPr>
  <p:slideViewPr>
    <p:cSldViewPr snapToGrid="0">
      <p:cViewPr varScale="1">
        <p:scale>
          <a:sx n="204" d="100"/>
          <a:sy n="204" d="100"/>
        </p:scale>
        <p:origin x="232" y="4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63B1C6-385E-9515-3614-F0D9C7DDAE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E492EBB-B130-54DD-4681-7A96F78F92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CE0819-7896-4B28-1685-2E7E8D8FCA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6FF3B-15B1-5941-9BD3-EA1D120FD011}" type="datetimeFigureOut">
              <a:rPr lang="en-US" smtClean="0"/>
              <a:t>3/22/26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9F49ED-1394-BFD6-F145-407C85C39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6B637E-15C1-26AB-B1F6-138DCFB7B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E50584-D9EA-D54E-BFC9-869013B705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05921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CF95FD-B57A-3AA2-1FEE-2D5FAC99BF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897E5A-CE11-51D4-380C-3D4580F07B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67C5D9-7731-79B2-D367-11B9096E41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6FF3B-15B1-5941-9BD3-EA1D120FD011}" type="datetimeFigureOut">
              <a:rPr lang="en-US" smtClean="0"/>
              <a:t>3/22/26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BFF71D-6E23-15F6-A2E9-469E59FE00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1EA4E3-DAC2-F77F-926E-8CC76CAE0A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E50584-D9EA-D54E-BFC9-869013B705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23473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2B0C6A-C32F-E314-A808-CE97CF8B84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937B0B-E1C6-4349-3AAA-1907EA5261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B4F3E4-7439-8D28-DF03-87D15A558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6FF3B-15B1-5941-9BD3-EA1D120FD011}" type="datetimeFigureOut">
              <a:rPr lang="en-US" smtClean="0"/>
              <a:t>3/22/26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897A60-1A0E-1968-07BF-3E5126AA22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ADDFF3-BACE-3F08-471B-BA7AF393AF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E50584-D9EA-D54E-BFC9-869013B705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4517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E1145-1E4F-14F3-D688-9FC7BEC58E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DCF126-4352-45EC-AD06-3C1B4D4A5F0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612119-15ED-4AF1-A412-6A2C61D58C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4274FBF-9612-75F1-2C0A-1558DEEF78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6FF3B-15B1-5941-9BD3-EA1D120FD011}" type="datetimeFigureOut">
              <a:rPr lang="en-US" smtClean="0"/>
              <a:t>3/22/26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677BFE-45C3-F71B-F0C7-7EC1B331CD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9F076E-EAEA-5D5A-0AD7-23FEBD84F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E50584-D9EA-D54E-BFC9-869013B705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87205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84BA72-9F9D-875A-B7FC-06BAB854CC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152354-E210-A752-291D-EA5BE8788B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0FBEA7-49FD-CF65-1185-D76AF7D693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BF4AE6D-DF75-5030-F084-60B785839DA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CD3CD9F-019A-5957-A1D9-A6E9B8AFBF6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1EDAFD1-C9F1-8577-2E6A-54EB3F3A80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6FF3B-15B1-5941-9BD3-EA1D120FD011}" type="datetimeFigureOut">
              <a:rPr lang="en-US" smtClean="0"/>
              <a:t>3/22/26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6CE7B86-59FA-11BF-E22F-3B15CAC3AF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2B43EE2-EF1E-B08E-09E9-19283F775F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E50584-D9EA-D54E-BFC9-869013B705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92574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7F7F45-F7AB-E3D1-2362-70E8996BC5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C319A7-13E9-F867-9218-DDFB681C60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6FF3B-15B1-5941-9BD3-EA1D120FD011}" type="datetimeFigureOut">
              <a:rPr lang="en-US" smtClean="0"/>
              <a:t>3/22/26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C92A5CC-0B24-5D7F-9617-295A0DE07E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80F18A7-7C21-B836-A63F-C2B80F88A9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E50584-D9EA-D54E-BFC9-869013B705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36491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72F5B07-7E3D-FBB2-7C24-951058842D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6FF3B-15B1-5941-9BD3-EA1D120FD011}" type="datetimeFigureOut">
              <a:rPr lang="en-US" smtClean="0"/>
              <a:t>3/22/26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CBEC941-913E-20D8-0545-57BB3B796E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29BD0D-22AD-B567-096F-4261C6F7CD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E50584-D9EA-D54E-BFC9-869013B705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08500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96DDDC-6D22-B2DD-7319-E7291588AF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BDE19E-4D24-8B05-6CF4-249B5B04C4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7C62DAB-2399-AF5C-C7F8-3BD9B9FB4E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7EA595-260E-2E8E-A838-A65284204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6FF3B-15B1-5941-9BD3-EA1D120FD011}" type="datetimeFigureOut">
              <a:rPr lang="en-US" smtClean="0"/>
              <a:t>3/22/26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BD3C8D6-6859-2DCB-26A9-06FE6EFBD4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0F4BC1-F123-96BC-D3A2-A5E9AD6D25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E50584-D9EA-D54E-BFC9-869013B705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185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445C3-3A50-7D2B-187A-3DCD0503DF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6F2A352-A748-7F07-D0ED-797955FF61B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E4423E8-BECE-AAB1-7CCA-6F88C17134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5FE340-E514-F3BE-1A65-78E851CE0C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6FF3B-15B1-5941-9BD3-EA1D120FD011}" type="datetimeFigureOut">
              <a:rPr lang="en-US" smtClean="0"/>
              <a:t>3/22/26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824128-E257-5FEB-3558-BA2757AB16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C86EBF-FA9C-91E2-C680-74B40147E7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E50584-D9EA-D54E-BFC9-869013B705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63965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5790DF-0939-0119-0783-7A95AA4EE3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9D6935-EF3F-ABCC-8A0E-B217082CE54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B6799E-8BA3-EB2D-F029-16DFEAEAD6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6FF3B-15B1-5941-9BD3-EA1D120FD011}" type="datetimeFigureOut">
              <a:rPr lang="en-US" smtClean="0"/>
              <a:t>3/22/26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C3C107-1197-FBB5-4C0D-95DA8A58A7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F2B5B1-4A48-6B5A-39F4-631069CDA3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E50584-D9EA-D54E-BFC9-869013B705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67691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1439146-0ECA-E4D2-4594-E2F6EF9F987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54CD9F6-8BF1-BDC2-6763-D3042E099F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944895-D17D-4501-8877-90B07E3940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6FF3B-15B1-5941-9BD3-EA1D120FD011}" type="datetimeFigureOut">
              <a:rPr lang="en-US" smtClean="0"/>
              <a:t>3/22/26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C9DB76-1574-D8EA-7F6E-9F81DEA64B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FBC14A-87D3-D843-2049-69C8708344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E50584-D9EA-D54E-BFC9-869013B705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37539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175CF1F-9FD1-AC87-3AB9-54B6CE10F4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35580E-5F92-9EDC-49B0-9E88EA1A58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00A0DD-95AF-5430-0203-9C032762BBF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286FF3B-15B1-5941-9BD3-EA1D120FD011}" type="datetimeFigureOut">
              <a:rPr lang="en-US" smtClean="0"/>
              <a:t>3/22/26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DDF87A-CEC5-4A26-E7F3-0B452E5E9E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FF3592-D617-716E-EB42-5FF0B2C72B7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7E50584-D9EA-D54E-BFC9-869013B705F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10312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6FBA46-AE8A-4DE5-A4DB-461ADC288C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919088"/>
          </a:xfrm>
        </p:spPr>
        <p:txBody>
          <a:bodyPr>
            <a:normAutofit fontScale="90000"/>
          </a:bodyPr>
          <a:lstStyle/>
          <a:p>
            <a:pPr algn="l"/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What Does Data Pay?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F647DC7-1644-7C5A-7BB5-9611DA9789B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77500" lnSpcReduction="20000"/>
          </a:bodyPr>
          <a:lstStyle/>
          <a:p>
            <a:pPr algn="l"/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Story 4</a:t>
            </a:r>
          </a:p>
          <a:p>
            <a:pPr algn="l"/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Maxfield Raynolds</a:t>
            </a:r>
          </a:p>
          <a:p>
            <a:pPr algn="l"/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Data 608</a:t>
            </a:r>
          </a:p>
          <a:p>
            <a:pPr algn="l"/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Spring 2026</a:t>
            </a:r>
          </a:p>
          <a:p>
            <a:pPr algn="l"/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Chart selection</a:t>
            </a:r>
          </a:p>
        </p:txBody>
      </p:sp>
    </p:spTree>
    <p:extLst>
      <p:ext uri="{BB962C8B-B14F-4D97-AF65-F5344CB8AC3E}">
        <p14:creationId xmlns:p14="http://schemas.microsoft.com/office/powerpoint/2010/main" val="22579146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2AD437-A16A-24D2-72D0-16A4DA9377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95264"/>
          </a:xfrm>
        </p:spPr>
        <p:txBody>
          <a:bodyPr/>
          <a:lstStyle/>
          <a:p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How Does Data Pay In The US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9453553-6570-942B-4D6A-119FB7D2C91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772786" y="1860554"/>
            <a:ext cx="6182444" cy="435133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F158854-85F1-6F14-7566-65C0B52F0A7C}"/>
              </a:ext>
            </a:extLst>
          </p:cNvPr>
          <p:cNvSpPr txBox="1"/>
          <p:nvPr/>
        </p:nvSpPr>
        <p:spPr>
          <a:xfrm>
            <a:off x="838200" y="1260390"/>
            <a:ext cx="293458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To analyze wages, SOC codes were collected from the BLS and assigned to four data related categories to aggregate data related salaries.</a:t>
            </a:r>
          </a:p>
        </p:txBody>
      </p:sp>
    </p:spTree>
    <p:extLst>
      <p:ext uri="{BB962C8B-B14F-4D97-AF65-F5344CB8AC3E}">
        <p14:creationId xmlns:p14="http://schemas.microsoft.com/office/powerpoint/2010/main" val="16357815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FC5C26-07EE-17A0-CD1F-859CD00D31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73BB1F-24B8-9F17-DE83-E3C133DEF7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95264"/>
          </a:xfrm>
        </p:spPr>
        <p:txBody>
          <a:bodyPr/>
          <a:lstStyle/>
          <a:p>
            <a:r>
              <a:rPr lang="en-US">
                <a:solidFill>
                  <a:schemeClr val="bg2">
                    <a:lumMod val="75000"/>
                  </a:schemeClr>
                </a:solidFill>
              </a:rPr>
              <a:t>How Does Data Pay In The US</a:t>
            </a:r>
            <a:endParaRPr lang="en-US" dirty="0">
              <a:solidFill>
                <a:schemeClr val="bg2">
                  <a:lumMod val="75000"/>
                </a:schemeClr>
              </a:solidFill>
            </a:endParaRP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3F654773-B525-0407-F33D-311598C9373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38235" y="1937980"/>
            <a:ext cx="11315529" cy="447358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3F62AF6-6EE4-B2A7-A30B-3FA9B19303B0}"/>
              </a:ext>
            </a:extLst>
          </p:cNvPr>
          <p:cNvSpPr txBox="1"/>
          <p:nvPr/>
        </p:nvSpPr>
        <p:spPr>
          <a:xfrm>
            <a:off x="939452" y="1102290"/>
            <a:ext cx="373275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National Distributions of Salaries for Data related roles</a:t>
            </a:r>
          </a:p>
        </p:txBody>
      </p:sp>
    </p:spTree>
    <p:extLst>
      <p:ext uri="{BB962C8B-B14F-4D97-AF65-F5344CB8AC3E}">
        <p14:creationId xmlns:p14="http://schemas.microsoft.com/office/powerpoint/2010/main" val="33590013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AFE3C3-99A0-83E3-0C29-3294FA18D2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43350A29-24DF-8A4C-EEB6-1A1B1C6ED5E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-174" t="78" r="1" b="-85"/>
          <a:stretch>
            <a:fillRect/>
          </a:stretch>
        </p:blipFill>
        <p:spPr>
          <a:xfrm>
            <a:off x="0" y="480494"/>
            <a:ext cx="5943600" cy="5386748"/>
          </a:xfrm>
          <a:prstGeom prst="rect">
            <a:avLst/>
          </a:prstGeom>
        </p:spPr>
      </p:pic>
      <p:pic>
        <p:nvPicPr>
          <p:cNvPr id="11" name="Content Placeholder 5">
            <a:extLst>
              <a:ext uri="{FF2B5EF4-FFF2-40B4-BE49-F238E27FC236}">
                <a16:creationId xmlns:a16="http://schemas.microsoft.com/office/drawing/2014/main" id="{BCB2B833-F879-68A9-A1F0-5F5CFB7A765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943600" y="471569"/>
            <a:ext cx="5943600" cy="539567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3074AA2-BD47-8B21-5892-215ECE5FC4AB}"/>
              </a:ext>
            </a:extLst>
          </p:cNvPr>
          <p:cNvSpPr txBox="1"/>
          <p:nvPr/>
        </p:nvSpPr>
        <p:spPr>
          <a:xfrm>
            <a:off x="4189955" y="480494"/>
            <a:ext cx="35072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Data Analytics &amp; Data Science:</a:t>
            </a:r>
          </a:p>
          <a:p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Average Salary by State</a:t>
            </a:r>
          </a:p>
        </p:txBody>
      </p:sp>
    </p:spTree>
    <p:extLst>
      <p:ext uri="{BB962C8B-B14F-4D97-AF65-F5344CB8AC3E}">
        <p14:creationId xmlns:p14="http://schemas.microsoft.com/office/powerpoint/2010/main" val="31724231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889013-7513-5A08-E8F5-85A2A8C13B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9F1133ED-701E-A315-6CCC-F2894447797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6242" b="1103"/>
          <a:stretch>
            <a:fillRect/>
          </a:stretch>
        </p:blipFill>
        <p:spPr>
          <a:xfrm>
            <a:off x="0" y="784648"/>
            <a:ext cx="5943600" cy="5248406"/>
          </a:xfrm>
          <a:prstGeom prst="rect">
            <a:avLst/>
          </a:prstGeom>
        </p:spPr>
      </p:pic>
      <p:pic>
        <p:nvPicPr>
          <p:cNvPr id="11" name="Content Placeholder 5">
            <a:extLst>
              <a:ext uri="{FF2B5EF4-FFF2-40B4-BE49-F238E27FC236}">
                <a16:creationId xmlns:a16="http://schemas.microsoft.com/office/drawing/2014/main" id="{49A9A523-9452-831D-1C68-087E1B7A751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096000" y="262174"/>
            <a:ext cx="5943600" cy="577088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761EB84-B378-F5E5-D831-8A4ABBDB33A1}"/>
              </a:ext>
            </a:extLst>
          </p:cNvPr>
          <p:cNvSpPr txBox="1"/>
          <p:nvPr/>
        </p:nvSpPr>
        <p:spPr>
          <a:xfrm>
            <a:off x="3809999" y="262174"/>
            <a:ext cx="45720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Data Engineering &amp; ML/Advanced Research:</a:t>
            </a:r>
          </a:p>
          <a:p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Average Salary by State</a:t>
            </a:r>
          </a:p>
        </p:txBody>
      </p:sp>
    </p:spTree>
    <p:extLst>
      <p:ext uri="{BB962C8B-B14F-4D97-AF65-F5344CB8AC3E}">
        <p14:creationId xmlns:p14="http://schemas.microsoft.com/office/powerpoint/2010/main" val="1754558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1709EE-C141-2697-079F-AD4998E7F6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B4B9EE79-A28B-3D77-579B-9640720A020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79429" y="1360851"/>
            <a:ext cx="9433142" cy="491384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57357D8-78F6-D8C7-5ACB-916C20747655}"/>
              </a:ext>
            </a:extLst>
          </p:cNvPr>
          <p:cNvSpPr txBox="1"/>
          <p:nvPr/>
        </p:nvSpPr>
        <p:spPr>
          <a:xfrm>
            <a:off x="890914" y="583307"/>
            <a:ext cx="373275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Ratio of average data salary to mean salary of all occupations by state.</a:t>
            </a:r>
          </a:p>
        </p:txBody>
      </p:sp>
    </p:spTree>
    <p:extLst>
      <p:ext uri="{BB962C8B-B14F-4D97-AF65-F5344CB8AC3E}">
        <p14:creationId xmlns:p14="http://schemas.microsoft.com/office/powerpoint/2010/main" val="25070778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199</TotalTime>
  <Words>97</Words>
  <Application>Microsoft Macintosh PowerPoint</Application>
  <PresentationFormat>Widescreen</PresentationFormat>
  <Paragraphs>15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What Does Data Pay?</vt:lpstr>
      <vt:lpstr>How Does Data Pay In The US</vt:lpstr>
      <vt:lpstr>How Does Data Pay In The US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Maxfield Raynolds</dc:creator>
  <cp:lastModifiedBy>Maxfield Raynolds</cp:lastModifiedBy>
  <cp:revision>1</cp:revision>
  <dcterms:created xsi:type="dcterms:W3CDTF">2026-03-23T03:49:16Z</dcterms:created>
  <dcterms:modified xsi:type="dcterms:W3CDTF">2026-03-23T07:08:34Z</dcterms:modified>
</cp:coreProperties>
</file>