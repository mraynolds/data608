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>
      <p:cViewPr varScale="1">
        <p:scale>
          <a:sx n="104" d="100"/>
          <a:sy n="104" d="100"/>
        </p:scale>
        <p:origin x="232" y="5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6AA5BF-C756-7E37-E616-C2C518EA80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8E060C0-ADB2-4704-E85F-81098007C4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15CA96-E698-D9FC-0FFE-74E1FBE34D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6E8EC5-31C4-D843-A125-5FB38F21C647}" type="datetimeFigureOut">
              <a:rPr lang="en-US" smtClean="0"/>
              <a:t>3/9/26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0D9DDE-5EEA-5BF1-F664-21270630AD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3EBDB0-6355-1ABE-DC08-D2A3069193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102C1C-C3DD-334F-8472-3CE850E958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7728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8D5356-DC94-1034-E3AD-F290D14DB2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49DDD5-437B-BB09-4D4E-A73FBD1924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4F75E4-4C26-876F-C6F4-464B9BFAA7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6E8EC5-31C4-D843-A125-5FB38F21C647}" type="datetimeFigureOut">
              <a:rPr lang="en-US" smtClean="0"/>
              <a:t>3/9/26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38D6E1-2EAE-8AFC-1FA8-F631BF6A72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DC08F0-77F8-81D3-2753-1EB619291C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102C1C-C3DD-334F-8472-3CE850E958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4725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DA7BDD-6E78-8044-301B-BD4E6F039C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67E9CA-A726-7F9F-A31B-E23C2CF4A9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A6A255-E5E1-0670-AF5E-364C28E702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6E8EC5-31C4-D843-A125-5FB38F21C647}" type="datetimeFigureOut">
              <a:rPr lang="en-US" smtClean="0"/>
              <a:t>3/9/26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B37CE4-E3A1-B488-C698-30719D2531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BECD78-9CFE-D3A3-9BB9-A16813B6B9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102C1C-C3DD-334F-8472-3CE850E958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50440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EA30EF-BC43-2463-5763-F8D13D0162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320C0E-BC20-3A77-7179-29051859642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143D7E-E183-5F8B-4C50-41E8AFFEA7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05C745-F5FF-E720-17F4-634E9BAB93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6E8EC5-31C4-D843-A125-5FB38F21C647}" type="datetimeFigureOut">
              <a:rPr lang="en-US" smtClean="0"/>
              <a:t>3/9/26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9939CD-8B51-2858-02B0-7BFAFDCD90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61DB25-6382-A6B3-4F87-37F56C2FFE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102C1C-C3DD-334F-8472-3CE850E958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89848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D468DD-2110-1FC8-2D63-B703E747B9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05AD48-2391-D911-8806-0E31C9CD73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08ECCB-AFAE-BD11-9581-05ACC25E60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FFCB3F0-0F35-4B5E-71E6-B5A8AF19DD1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FC4DDC9-8FD7-DAD2-D83F-64FDE875888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446E829-CC22-ED9B-1181-F35EEF40BB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6E8EC5-31C4-D843-A125-5FB38F21C647}" type="datetimeFigureOut">
              <a:rPr lang="en-US" smtClean="0"/>
              <a:t>3/9/26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07DC2F2-26FC-4DD2-675F-86EA2B582A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C22CA05-7905-9F42-069A-898F6486CF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102C1C-C3DD-334F-8472-3CE850E958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72416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93D89F-639F-2B80-2EDB-2E3BEA19D6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96C8350-B573-41E8-C81D-952C361C40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6E8EC5-31C4-D843-A125-5FB38F21C647}" type="datetimeFigureOut">
              <a:rPr lang="en-US" smtClean="0"/>
              <a:t>3/9/26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1B4EB40-A8EB-A03A-3543-FE8A3DB0C3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2906D99-9B51-E072-F914-01668147D5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102C1C-C3DD-334F-8472-3CE850E958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0546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C241D3F-64D0-B01E-A6D3-9C617CEF91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6E8EC5-31C4-D843-A125-5FB38F21C647}" type="datetimeFigureOut">
              <a:rPr lang="en-US" smtClean="0"/>
              <a:t>3/9/26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653896D-C7F5-9EDC-E316-EC7671AB78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549EF3-D8B3-E1E3-2F07-7F10E6B906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102C1C-C3DD-334F-8472-3CE850E958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31614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96DB5F-F301-7D67-EE34-2600942E81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0A8D21-3D22-5BBB-0335-EC12A8C561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B3805F7-ECDC-E979-3ADA-10D2B59C26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912218-5A63-2A7D-A235-D5EAD94FE8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6E8EC5-31C4-D843-A125-5FB38F21C647}" type="datetimeFigureOut">
              <a:rPr lang="en-US" smtClean="0"/>
              <a:t>3/9/26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D93F51-B2BE-E37C-CD23-9365FEE00C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92DA23-4C48-9D95-9BE8-20ED64B00F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102C1C-C3DD-334F-8472-3CE850E958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8797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AD137A-020A-BB47-4BE7-2B21BEB087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5035A74-8DA7-33BD-CE9D-BDBDB238F5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2298F9-6ED2-828F-24D7-21026CA860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6B416B-5CD3-9ECD-FDEF-9F522DEDB5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6E8EC5-31C4-D843-A125-5FB38F21C647}" type="datetimeFigureOut">
              <a:rPr lang="en-US" smtClean="0"/>
              <a:t>3/9/26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301693-2772-51FF-D59F-75A545E6C4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04B2AC-899D-4569-E63D-5814A64615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102C1C-C3DD-334F-8472-3CE850E958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68446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A9148D-B01E-2F31-958B-221D98A59F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D6AD3F6-5865-5C34-134E-38FF0500D7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7A855B-0B3A-2CD3-AE4A-B75262204A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6E8EC5-31C4-D843-A125-5FB38F21C647}" type="datetimeFigureOut">
              <a:rPr lang="en-US" smtClean="0"/>
              <a:t>3/9/26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C8ED11-9EB3-FA17-47CD-F5505EED19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E7B1A8-8080-FDC7-9D22-D99C78BFE2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102C1C-C3DD-334F-8472-3CE850E958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7590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7504F90-56A3-1D19-D0FA-A01CFD9DD6B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54E4515-2899-7018-189A-3485D00AD3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7B421E-BBBE-5080-B7BE-F23165C1C9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6E8EC5-31C4-D843-A125-5FB38F21C647}" type="datetimeFigureOut">
              <a:rPr lang="en-US" smtClean="0"/>
              <a:t>3/9/26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EE9715-598D-6283-2BD9-BDAD031A38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F0C86F-7DE0-F4C9-5021-A3849EF5C5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102C1C-C3DD-334F-8472-3CE850E958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13858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BA102CE-2983-E547-43D4-4DC50E40EB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E92E98-C6BB-2D5D-B03F-AE7B81940A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492FF2-3770-1FBE-A624-785AB6814B5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86E8EC5-31C4-D843-A125-5FB38F21C647}" type="datetimeFigureOut">
              <a:rPr lang="en-US" smtClean="0"/>
              <a:t>3/9/26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97F18B-2D19-95E1-FC8E-53C8F094B1E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7AE927-B636-C33B-823E-AAD27E3FE2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2102C1C-C3DD-334F-8472-3CE850E958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4349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DF110E-C4EF-3D94-EEB3-73635CE7DF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940353"/>
          </a:xfrm>
        </p:spPr>
        <p:txBody>
          <a:bodyPr/>
          <a:lstStyle/>
          <a:p>
            <a:pPr algn="l"/>
            <a:r>
              <a:rPr lang="en-US" dirty="0"/>
              <a:t>Gun Laws &amp; Gun Deaths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176515F-6DE2-0684-C505-DB50FF2F894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7500" lnSpcReduction="20000"/>
          </a:bodyPr>
          <a:lstStyle/>
          <a:p>
            <a:pPr algn="l"/>
            <a:r>
              <a:rPr lang="en-US" dirty="0"/>
              <a:t>Maxfield Raynolds</a:t>
            </a:r>
          </a:p>
          <a:p>
            <a:pPr algn="l"/>
            <a:r>
              <a:rPr lang="en-US" dirty="0"/>
              <a:t>Data 608</a:t>
            </a:r>
          </a:p>
          <a:p>
            <a:pPr algn="l"/>
            <a:r>
              <a:rPr lang="en-US" dirty="0"/>
              <a:t>Spring 2026</a:t>
            </a:r>
          </a:p>
          <a:p>
            <a:pPr algn="l"/>
            <a:r>
              <a:rPr lang="en-US" dirty="0"/>
              <a:t>Story 3</a:t>
            </a:r>
          </a:p>
          <a:p>
            <a:pPr algn="l"/>
            <a:r>
              <a:rPr lang="en-US" dirty="0"/>
              <a:t>Focus: Chart Selection</a:t>
            </a:r>
          </a:p>
        </p:txBody>
      </p:sp>
    </p:spTree>
    <p:extLst>
      <p:ext uri="{BB962C8B-B14F-4D97-AF65-F5344CB8AC3E}">
        <p14:creationId xmlns:p14="http://schemas.microsoft.com/office/powerpoint/2010/main" val="27996045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map of the united states&#10;&#10;AI-generated content may be incorrect.">
            <a:extLst>
              <a:ext uri="{FF2B5EF4-FFF2-40B4-BE49-F238E27FC236}">
                <a16:creationId xmlns:a16="http://schemas.microsoft.com/office/drawing/2014/main" id="{50A91A12-3BC3-2041-FD6F-909721FD476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83004" y="95677"/>
            <a:ext cx="9848391" cy="627499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3078F68-2CA7-DDC9-CE81-B0C27272141C}"/>
              </a:ext>
            </a:extLst>
          </p:cNvPr>
          <p:cNvSpPr txBox="1"/>
          <p:nvPr/>
        </p:nvSpPr>
        <p:spPr>
          <a:xfrm>
            <a:off x="9811265" y="1478849"/>
            <a:ext cx="2150076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2</a:t>
            </a:r>
            <a:r>
              <a:rPr lang="en-US" baseline="30000" dirty="0"/>
              <a:t>nd</a:t>
            </a:r>
            <a:r>
              <a:rPr lang="en-US" dirty="0"/>
              <a:t> Amendment and the United States Federal system allows for wide range of strictness among gun laws…</a:t>
            </a:r>
          </a:p>
          <a:p>
            <a:endParaRPr lang="en-US" dirty="0"/>
          </a:p>
          <a:p>
            <a:r>
              <a:rPr lang="en-US" b="1" dirty="0"/>
              <a:t>Do stricter gun laws help reduce firearm mortality?</a:t>
            </a:r>
          </a:p>
        </p:txBody>
      </p:sp>
    </p:spTree>
    <p:extLst>
      <p:ext uri="{BB962C8B-B14F-4D97-AF65-F5344CB8AC3E}">
        <p14:creationId xmlns:p14="http://schemas.microsoft.com/office/powerpoint/2010/main" val="34003700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0B6A88-DB74-2713-CC97-5FC44EAD18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A283AFC-B4DE-951F-7008-0DDB9BE97B8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/>
          <a:stretch/>
        </p:blipFill>
        <p:spPr>
          <a:xfrm>
            <a:off x="383004" y="117994"/>
            <a:ext cx="9848391" cy="627499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E6B6336-DA5A-951C-C6C2-FB6BA39C943C}"/>
              </a:ext>
            </a:extLst>
          </p:cNvPr>
          <p:cNvSpPr txBox="1"/>
          <p:nvPr/>
        </p:nvSpPr>
        <p:spPr>
          <a:xfrm>
            <a:off x="2622910" y="280343"/>
            <a:ext cx="3373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Firearm Deaths per 100k</a:t>
            </a:r>
          </a:p>
        </p:txBody>
      </p:sp>
    </p:spTree>
    <p:extLst>
      <p:ext uri="{BB962C8B-B14F-4D97-AF65-F5344CB8AC3E}">
        <p14:creationId xmlns:p14="http://schemas.microsoft.com/office/powerpoint/2010/main" val="40803110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33E382-4D7A-3E66-9546-9EDC48D9BC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CD204831-B0C2-5766-13E9-FA80622F2632}"/>
              </a:ext>
            </a:extLst>
          </p:cNvPr>
          <p:cNvSpPr txBox="1"/>
          <p:nvPr/>
        </p:nvSpPr>
        <p:spPr>
          <a:xfrm>
            <a:off x="7577968" y="653104"/>
            <a:ext cx="3373107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Pearson’s correlation indicates that at -0.72, with a p-value &lt;0.0000001, there is a statistically significant negative correlation between Firearm Deaths and Strict Gun Laws</a:t>
            </a:r>
          </a:p>
          <a:p>
            <a:endParaRPr lang="en-US" dirty="0"/>
          </a:p>
          <a:p>
            <a:r>
              <a:rPr lang="en-US" dirty="0"/>
              <a:t>This correlation indicates that </a:t>
            </a:r>
            <a:r>
              <a:rPr lang="en-US" b="1" dirty="0"/>
              <a:t>stricter gun laws DO reduce firearm mortality.</a:t>
            </a:r>
            <a:endParaRPr lang="en-US" dirty="0"/>
          </a:p>
        </p:txBody>
      </p:sp>
      <p:pic>
        <p:nvPicPr>
          <p:cNvPr id="7" name="Content Placeholder 6" descr="A graph of an object law&#10;&#10;AI-generated content may be incorrect.">
            <a:extLst>
              <a:ext uri="{FF2B5EF4-FFF2-40B4-BE49-F238E27FC236}">
                <a16:creationId xmlns:a16="http://schemas.microsoft.com/office/drawing/2014/main" id="{E877F887-2E41-6CC1-36C0-11E39A0437D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68680" y="321417"/>
            <a:ext cx="5963461" cy="6215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90317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89</Words>
  <Application>Microsoft Macintosh PowerPoint</Application>
  <PresentationFormat>Widescreen</PresentationFormat>
  <Paragraphs>13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Gun Laws &amp; Gun Deaths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Maxfield Raynolds</dc:creator>
  <cp:lastModifiedBy>Maxfield Raynolds</cp:lastModifiedBy>
  <cp:revision>1</cp:revision>
  <dcterms:created xsi:type="dcterms:W3CDTF">2026-03-09T05:01:00Z</dcterms:created>
  <dcterms:modified xsi:type="dcterms:W3CDTF">2026-03-09T05:15:57Z</dcterms:modified>
</cp:coreProperties>
</file>